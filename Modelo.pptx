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2:25:57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F5FBE-0A29-42E2-91DF-E2A6D63B3B7B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19642-68E8-40CA-8C44-6D18568DE7C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774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7404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8602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577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86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4063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237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625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73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721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909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0214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3945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0401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161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1455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4803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60824-2363-448E-BB40-06EB262C5859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D8AD5A3-3657-46BD-AF1C-03162EB676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0338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EFC159F-8111-AD48-6DCC-20EF7080E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9531" y="370575"/>
            <a:ext cx="9741295" cy="992561"/>
          </a:xfrm>
        </p:spPr>
        <p:txBody>
          <a:bodyPr/>
          <a:lstStyle/>
          <a:p>
            <a:r>
              <a:rPr lang="es-MX" dirty="0"/>
              <a:t>Modelo		relacional		</a:t>
            </a:r>
            <a:r>
              <a:rPr lang="es-MX" dirty="0" err="1"/>
              <a:t>sina</a:t>
            </a:r>
            <a:r>
              <a:rPr lang="es-MX" dirty="0"/>
              <a:t>			 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AA372DD2-8926-903D-7B68-C2F9F9298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5384" y="6991129"/>
            <a:ext cx="7710985" cy="45719"/>
          </a:xfrm>
        </p:spPr>
        <p:txBody>
          <a:bodyPr>
            <a:normAutofit fontScale="25000" lnSpcReduction="20000"/>
          </a:bodyPr>
          <a:lstStyle/>
          <a:p>
            <a:endParaRPr lang="es-MX" sz="32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B09FB9F-BE2A-07AB-2C1A-31D80F80B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83433"/>
              </p:ext>
            </p:extLst>
          </p:nvPr>
        </p:nvGraphicFramePr>
        <p:xfrm>
          <a:off x="1224828" y="1907636"/>
          <a:ext cx="1768758" cy="2466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758">
                  <a:extLst>
                    <a:ext uri="{9D8B030D-6E8A-4147-A177-3AD203B41FA5}">
                      <a16:colId xmlns:a16="http://schemas.microsoft.com/office/drawing/2014/main" val="2679840226"/>
                    </a:ext>
                  </a:extLst>
                </a:gridCol>
              </a:tblGrid>
              <a:tr h="31352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Id_usuario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7984291"/>
                  </a:ext>
                </a:extLst>
              </a:tr>
              <a:tr h="31352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Nombre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9118510"/>
                  </a:ext>
                </a:extLst>
              </a:tr>
              <a:tr h="3667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3972228"/>
                  </a:ext>
                </a:extLst>
              </a:tr>
              <a:tr h="3667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Edad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1088564"/>
                  </a:ext>
                </a:extLst>
              </a:tr>
              <a:tr h="3667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Peso_kg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465600"/>
                  </a:ext>
                </a:extLst>
              </a:tr>
              <a:tr h="3667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Altura_cm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932440"/>
                  </a:ext>
                </a:extLst>
              </a:tr>
              <a:tr h="31352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Objetivo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1359077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72458B4-E64C-442F-68C7-032B5B03E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591575"/>
              </p:ext>
            </p:extLst>
          </p:nvPr>
        </p:nvGraphicFramePr>
        <p:xfrm>
          <a:off x="8805018" y="3258313"/>
          <a:ext cx="2204360" cy="246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360">
                  <a:extLst>
                    <a:ext uri="{9D8B030D-6E8A-4147-A177-3AD203B41FA5}">
                      <a16:colId xmlns:a16="http://schemas.microsoft.com/office/drawing/2014/main" val="3897767248"/>
                    </a:ext>
                  </a:extLst>
                </a:gridCol>
              </a:tblGrid>
              <a:tr h="392562">
                <a:tc>
                  <a:txBody>
                    <a:bodyPr/>
                    <a:lstStyle/>
                    <a:p>
                      <a:r>
                        <a:rPr lang="es-MX" sz="2000" dirty="0" err="1"/>
                        <a:t>Id_alimento</a:t>
                      </a:r>
                      <a:endParaRPr lang="es-MX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34953"/>
                  </a:ext>
                </a:extLst>
              </a:tr>
              <a:tr h="413940">
                <a:tc>
                  <a:txBody>
                    <a:bodyPr/>
                    <a:lstStyle/>
                    <a:p>
                      <a:r>
                        <a:rPr lang="es-MX" sz="2000" dirty="0"/>
                        <a:t>Nombre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204995"/>
                  </a:ext>
                </a:extLst>
              </a:tr>
              <a:tr h="413940">
                <a:tc>
                  <a:txBody>
                    <a:bodyPr/>
                    <a:lstStyle/>
                    <a:p>
                      <a:r>
                        <a:rPr lang="es-MX" sz="2000" dirty="0"/>
                        <a:t>Calorías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892382"/>
                  </a:ext>
                </a:extLst>
              </a:tr>
              <a:tr h="413940">
                <a:tc>
                  <a:txBody>
                    <a:bodyPr/>
                    <a:lstStyle/>
                    <a:p>
                      <a:r>
                        <a:rPr lang="es-MX" sz="2000" dirty="0"/>
                        <a:t>Proteínas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570233"/>
                  </a:ext>
                </a:extLst>
              </a:tr>
              <a:tr h="413940">
                <a:tc>
                  <a:txBody>
                    <a:bodyPr/>
                    <a:lstStyle/>
                    <a:p>
                      <a:r>
                        <a:rPr lang="es-MX" sz="2000" dirty="0"/>
                        <a:t>Grasa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470832"/>
                  </a:ext>
                </a:extLst>
              </a:tr>
              <a:tr h="413940">
                <a:tc>
                  <a:txBody>
                    <a:bodyPr/>
                    <a:lstStyle/>
                    <a:p>
                      <a:r>
                        <a:rPr lang="es-MX" sz="2000" dirty="0"/>
                        <a:t>Carbohidratos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48505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39A8617B-68FF-FF3D-D09D-AD982AD99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081867"/>
              </p:ext>
            </p:extLst>
          </p:nvPr>
        </p:nvGraphicFramePr>
        <p:xfrm>
          <a:off x="3744782" y="4395781"/>
          <a:ext cx="2196556" cy="1234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556">
                  <a:extLst>
                    <a:ext uri="{9D8B030D-6E8A-4147-A177-3AD203B41FA5}">
                      <a16:colId xmlns:a16="http://schemas.microsoft.com/office/drawing/2014/main" val="1036394396"/>
                    </a:ext>
                  </a:extLst>
                </a:gridCol>
              </a:tblGrid>
              <a:tr h="406833">
                <a:tc>
                  <a:txBody>
                    <a:bodyPr/>
                    <a:lstStyle/>
                    <a:p>
                      <a:r>
                        <a:rPr lang="es-MX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Id_Registro</a:t>
                      </a:r>
                      <a:endParaRPr lang="es-MX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286154"/>
                  </a:ext>
                </a:extLst>
              </a:tr>
              <a:tr h="41385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dirty="0" err="1"/>
                        <a:t>Id_usuario</a:t>
                      </a:r>
                      <a:endParaRPr lang="es-MX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760271"/>
                  </a:ext>
                </a:extLst>
              </a:tr>
              <a:tr h="413850">
                <a:tc>
                  <a:txBody>
                    <a:bodyPr/>
                    <a:lstStyle/>
                    <a:p>
                      <a:r>
                        <a:rPr lang="es-MX" sz="2000" dirty="0"/>
                        <a:t>Fecha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0717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373932D3-E7A7-F969-66AA-313B6021DC32}"/>
                  </a:ext>
                </a:extLst>
              </p14:cNvPr>
              <p14:cNvContentPartPr/>
              <p14:nvPr/>
            </p14:nvContentPartPr>
            <p14:xfrm>
              <a:off x="4490011" y="4926498"/>
              <a:ext cx="360" cy="36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373932D3-E7A7-F969-66AA-313B6021DC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3891" y="4920378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83927A2E-443E-384F-8524-0E5B2F2DDE7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46909" y="2764126"/>
            <a:ext cx="2378332" cy="884978"/>
          </a:xfrm>
          <a:prstGeom prst="bentConnector3">
            <a:avLst>
              <a:gd name="adj1" fmla="val 2815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D5865C8-18D7-F159-6635-8E321A369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460230"/>
              </p:ext>
            </p:extLst>
          </p:nvPr>
        </p:nvGraphicFramePr>
        <p:xfrm>
          <a:off x="5379482" y="1774953"/>
          <a:ext cx="234141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419">
                  <a:extLst>
                    <a:ext uri="{9D8B030D-6E8A-4147-A177-3AD203B41FA5}">
                      <a16:colId xmlns:a16="http://schemas.microsoft.com/office/drawing/2014/main" val="1317370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MX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Id_Consumo</a:t>
                      </a:r>
                      <a:endParaRPr lang="es-MX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83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MX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Id_Registro</a:t>
                      </a:r>
                      <a:endParaRPr lang="es-MX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633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MX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Id_Alimento</a:t>
                      </a:r>
                      <a:endParaRPr lang="es-MX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65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Cantidad</a:t>
                      </a:r>
                      <a:endParaRPr lang="es-MX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18646"/>
                  </a:ext>
                </a:extLst>
              </a:tr>
            </a:tbl>
          </a:graphicData>
        </a:graphic>
      </p:graphicFrame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99D72B6A-43D7-1337-6643-1A12A83FA985}"/>
              </a:ext>
            </a:extLst>
          </p:cNvPr>
          <p:cNvCxnSpPr>
            <a:cxnSpLocks/>
          </p:cNvCxnSpPr>
          <p:nvPr/>
        </p:nvCxnSpPr>
        <p:spPr>
          <a:xfrm rot="10800000">
            <a:off x="7720903" y="2687787"/>
            <a:ext cx="1603206" cy="570527"/>
          </a:xfrm>
          <a:prstGeom prst="bentConnector3">
            <a:avLst>
              <a:gd name="adj1" fmla="val -1851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4A2E0F18-7012-09DA-2DFD-EE4F92497A98}"/>
              </a:ext>
            </a:extLst>
          </p:cNvPr>
          <p:cNvCxnSpPr/>
          <p:nvPr/>
        </p:nvCxnSpPr>
        <p:spPr>
          <a:xfrm rot="5400000" flipH="1" flipV="1">
            <a:off x="3980048" y="2974935"/>
            <a:ext cx="2116077" cy="682791"/>
          </a:xfrm>
          <a:prstGeom prst="bentConnector3">
            <a:avLst>
              <a:gd name="adj1" fmla="val 99759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1859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</TotalTime>
  <Words>49</Words>
  <Application>Microsoft Office PowerPoint</Application>
  <PresentationFormat>Panorámica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Trebuchet MS</vt:lpstr>
      <vt:lpstr>Wingdings 3</vt:lpstr>
      <vt:lpstr>Faceta</vt:lpstr>
      <vt:lpstr>Modelo  relacional  sina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AdminSena</dc:creator>
  <cp:lastModifiedBy>AdminSena</cp:lastModifiedBy>
  <cp:revision>4</cp:revision>
  <dcterms:created xsi:type="dcterms:W3CDTF">2026-04-07T12:12:20Z</dcterms:created>
  <dcterms:modified xsi:type="dcterms:W3CDTF">2026-04-09T12:21:48Z</dcterms:modified>
</cp:coreProperties>
</file>